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briefing notes: Co-presenter is Soraya Dubois. In case of audio failure, dial +49 30 9398441.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Confidential Strategy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FY2025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