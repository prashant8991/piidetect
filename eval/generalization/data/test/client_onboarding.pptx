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Tier 1 Client Onboarding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Risk &amp; Assurance Working Group</a:t>
            </a:r>
          </a:p>
          <a:p>
            <a:r>
              <a:t>Enterprise SLA: 99.99%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Project Contacts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Contact Person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Mobile / Email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Engagement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Soraya de Silva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555.289.1826 ext. 73 | soraya.desilva@partner.example.com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