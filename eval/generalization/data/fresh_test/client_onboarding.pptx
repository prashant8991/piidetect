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Tier 1 Client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Risk &amp; Assurance Working Group</a:t>
            </a:r>
          </a:p>
          <a:p>
            <a:r>
              <a:t>Enterprise SLA: 99.99%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Mobile / Email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Mateo Schumacher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(555) 395-5688 | mateo.schumacher@partner.example.com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