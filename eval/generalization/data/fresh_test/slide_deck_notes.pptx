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briefing notes: Co-presenter is Mateo Nkemdirim. In case of audio failure, dial +91 9842748173.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Confidential Strategy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FY2025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